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9A3A09-B43E-9E05-06E4-D5D57A31FA3B}" v="107" dt="2026-06-16T23:28:33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82CF-E052-4787-A252-0D36C272D653}" type="datetimeFigureOut"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0216C6-4324-4203-A1F7-3A1258FE3E8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79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DB3A2-98DF-9B95-B361-EBDC879C1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96295-4631-2240-EC84-D3268A4C5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39C56-0EE1-8EE2-BF3B-50D95A6D8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Automatyzacja</a:t>
            </a:r>
            <a:r>
              <a:rPr lang="en-US">
                <a:ea typeface="Calibri"/>
                <a:cs typeface="Calibri"/>
              </a:rPr>
              <a:t> - </a:t>
            </a:r>
            <a:r>
              <a:rPr lang="en-US" err="1">
                <a:ea typeface="Calibri"/>
                <a:cs typeface="Calibri"/>
              </a:rPr>
              <a:t>opowiedzieć</a:t>
            </a:r>
            <a:r>
              <a:rPr lang="en-US">
                <a:ea typeface="Calibri"/>
                <a:cs typeface="Calibri"/>
              </a:rPr>
              <a:t> o "</a:t>
            </a:r>
            <a:r>
              <a:rPr lang="en-US" err="1">
                <a:ea typeface="Calibri"/>
                <a:cs typeface="Calibri"/>
              </a:rPr>
              <a:t>wychodzenie</a:t>
            </a:r>
            <a:r>
              <a:rPr lang="en-US">
                <a:ea typeface="Calibri"/>
                <a:cs typeface="Calibri"/>
              </a:rPr>
              <a:t>" </a:t>
            </a:r>
            <a:r>
              <a:rPr lang="en-US" err="1">
                <a:ea typeface="Calibri"/>
                <a:cs typeface="Calibri"/>
              </a:rPr>
              <a:t>poza</a:t>
            </a:r>
            <a:r>
              <a:rPr lang="en-US">
                <a:ea typeface="Calibri"/>
                <a:cs typeface="Calibri"/>
              </a:rPr>
              <a:t> PC – np. </a:t>
            </a:r>
            <a:r>
              <a:rPr lang="en-US" err="1">
                <a:ea typeface="Calibri"/>
                <a:cs typeface="Calibri"/>
              </a:rPr>
              <a:t>Kontrola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urządzeń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zdalnych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rozpoznawanie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obrazu</a:t>
            </a:r>
            <a:r>
              <a:rPr lang="en-US">
                <a:ea typeface="Calibri"/>
                <a:cs typeface="Calibri"/>
              </a:rPr>
              <a:t> z </a:t>
            </a:r>
            <a:r>
              <a:rPr lang="en-US" err="1">
                <a:ea typeface="Calibri"/>
                <a:cs typeface="Calibri"/>
              </a:rPr>
              <a:t>kamery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robotyczne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ramię</a:t>
            </a:r>
            <a:r>
              <a:rPr lang="en-US">
                <a:ea typeface="Calibri"/>
                <a:cs typeface="Calibri"/>
              </a:rPr>
              <a:t> do </a:t>
            </a:r>
            <a:r>
              <a:rPr lang="en-US" err="1">
                <a:ea typeface="Calibri"/>
                <a:cs typeface="Calibri"/>
              </a:rPr>
              <a:t>obsługi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ekranu</a:t>
            </a:r>
            <a:r>
              <a:rPr lang="en-US">
                <a:ea typeface="Calibri"/>
                <a:cs typeface="Calibri"/>
              </a:rPr>
              <a:t>, etc.</a:t>
            </a:r>
          </a:p>
          <a:p>
            <a:r>
              <a:rPr lang="en-US" err="1">
                <a:ea typeface="Calibri"/>
                <a:cs typeface="Calibri"/>
              </a:rPr>
              <a:t>Licencje</a:t>
            </a:r>
            <a:r>
              <a:rPr lang="en-US">
                <a:ea typeface="Calibri"/>
                <a:cs typeface="Calibri"/>
              </a:rPr>
              <a:t> - </a:t>
            </a:r>
            <a:r>
              <a:rPr lang="en-US" err="1">
                <a:ea typeface="Calibri"/>
                <a:cs typeface="Calibri"/>
              </a:rPr>
              <a:t>powiedzieć</a:t>
            </a:r>
            <a:r>
              <a:rPr lang="en-US">
                <a:ea typeface="Calibri"/>
                <a:cs typeface="Calibri"/>
              </a:rPr>
              <a:t> o </a:t>
            </a:r>
            <a:r>
              <a:rPr lang="en-US" err="1">
                <a:ea typeface="Calibri"/>
                <a:cs typeface="Calibri"/>
              </a:rPr>
              <a:t>licencjach</a:t>
            </a:r>
            <a:r>
              <a:rPr lang="en-US">
                <a:ea typeface="Calibri"/>
                <a:cs typeface="Calibri"/>
              </a:rPr>
              <a:t> GPL/LGPL, </a:t>
            </a:r>
            <a:r>
              <a:rPr lang="en-US" err="1">
                <a:ea typeface="Calibri"/>
                <a:cs typeface="Calibri"/>
              </a:rPr>
              <a:t>praktyka</a:t>
            </a:r>
            <a:r>
              <a:rPr lang="en-US">
                <a:ea typeface="Calibri"/>
                <a:cs typeface="Calibri"/>
              </a:rPr>
              <a:t> w </a:t>
            </a:r>
            <a:r>
              <a:rPr lang="en-US" err="1">
                <a:ea typeface="Calibri"/>
                <a:cs typeface="Calibri"/>
              </a:rPr>
              <a:t>branży</a:t>
            </a:r>
            <a:r>
              <a:rPr lang="en-US">
                <a:ea typeface="Calibri"/>
                <a:cs typeface="Calibri"/>
              </a:rPr>
              <a:t> (</a:t>
            </a:r>
            <a:r>
              <a:rPr lang="en-US" err="1">
                <a:ea typeface="Calibri"/>
                <a:cs typeface="Calibri"/>
              </a:rPr>
              <a:t>nadużycia</a:t>
            </a:r>
            <a:r>
              <a:rPr lang="en-US">
                <a:ea typeface="Calibri"/>
                <a:cs typeface="Calibri"/>
              </a:rPr>
              <a:t>) </a:t>
            </a:r>
            <a:r>
              <a:rPr lang="en-US" err="1">
                <a:ea typeface="Calibri"/>
                <a:cs typeface="Calibri"/>
              </a:rPr>
              <a:t>oraz</a:t>
            </a:r>
            <a:r>
              <a:rPr lang="en-US">
                <a:ea typeface="Calibri"/>
                <a:cs typeface="Calibri"/>
              </a:rPr>
              <a:t> o (</a:t>
            </a:r>
            <a:r>
              <a:rPr lang="en-US" err="1">
                <a:ea typeface="Calibri"/>
                <a:cs typeface="Calibri"/>
              </a:rPr>
              <a:t>chyba</a:t>
            </a:r>
            <a:r>
              <a:rPr lang="en-US">
                <a:ea typeface="Calibri"/>
                <a:cs typeface="Calibri"/>
              </a:rPr>
              <a:t>) </a:t>
            </a:r>
            <a:r>
              <a:rPr lang="en-US" err="1">
                <a:ea typeface="Calibri"/>
                <a:cs typeface="Calibri"/>
              </a:rPr>
              <a:t>coraz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większych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trudnościach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komercyjnych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rozwiązań</a:t>
            </a:r>
            <a:r>
              <a:rPr lang="en-US">
                <a:ea typeface="Calibri"/>
                <a:cs typeface="Calibri"/>
              </a:rPr>
              <a:t> (</a:t>
            </a:r>
            <a:r>
              <a:rPr lang="en-US" err="1">
                <a:ea typeface="Calibri"/>
                <a:cs typeface="Calibri"/>
              </a:rPr>
              <a:t>znajomość</a:t>
            </a:r>
            <a:r>
              <a:rPr lang="en-US">
                <a:ea typeface="Calibri"/>
                <a:cs typeface="Calibri"/>
              </a:rPr>
              <a:t> w </a:t>
            </a:r>
            <a:r>
              <a:rPr lang="en-US" err="1">
                <a:ea typeface="Calibri"/>
                <a:cs typeface="Calibri"/>
              </a:rPr>
              <a:t>LLM'ach</a:t>
            </a:r>
            <a:r>
              <a:rPr lang="en-US">
                <a:ea typeface="Calibri"/>
                <a:cs typeface="Calibri"/>
              </a:rPr>
              <a:t>)</a:t>
            </a:r>
          </a:p>
          <a:p>
            <a:r>
              <a:rPr lang="en-US" err="1">
                <a:ea typeface="Calibri"/>
                <a:cs typeface="Calibri"/>
              </a:rPr>
              <a:t>Aplikacja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różnych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platformach</a:t>
            </a:r>
            <a:r>
              <a:rPr lang="en-US">
                <a:ea typeface="Calibri"/>
                <a:cs typeface="Calibri"/>
              </a:rPr>
              <a:t> – desktop, mobile, </a:t>
            </a:r>
            <a:r>
              <a:rPr lang="en-US" err="1">
                <a:ea typeface="Calibri"/>
                <a:cs typeface="Calibri"/>
              </a:rPr>
              <a:t>webowe</a:t>
            </a:r>
            <a:r>
              <a:rPr lang="en-US">
                <a:ea typeface="Calibri"/>
                <a:cs typeface="Calibri"/>
              </a:rPr>
              <a:t>, embedded, via Telnet/SSH, </a:t>
            </a:r>
            <a:r>
              <a:rPr lang="en-US" err="1">
                <a:ea typeface="Calibri"/>
                <a:cs typeface="Calibri"/>
              </a:rPr>
              <a:t>etc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można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tworzyć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swoje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biblioteki</a:t>
            </a:r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Wersjonowanie</a:t>
            </a:r>
            <a:r>
              <a:rPr lang="en-US">
                <a:ea typeface="Calibri"/>
                <a:cs typeface="Calibri"/>
              </a:rPr>
              <a:t> - </a:t>
            </a:r>
            <a:r>
              <a:rPr lang="en-US" err="1">
                <a:ea typeface="Calibri"/>
                <a:cs typeface="Calibri"/>
              </a:rPr>
              <a:t>wspomnieć</a:t>
            </a:r>
            <a:r>
              <a:rPr lang="en-US">
                <a:ea typeface="Calibri"/>
                <a:cs typeface="Calibri"/>
              </a:rPr>
              <a:t> o </a:t>
            </a:r>
            <a:r>
              <a:rPr lang="en-US" err="1">
                <a:ea typeface="Calibri"/>
                <a:cs typeface="Calibri"/>
              </a:rPr>
              <a:t>problemach</a:t>
            </a:r>
            <a:r>
              <a:rPr lang="en-US">
                <a:ea typeface="Calibri"/>
                <a:cs typeface="Calibri"/>
              </a:rPr>
              <a:t> z </a:t>
            </a:r>
            <a:r>
              <a:rPr lang="en-US" err="1">
                <a:ea typeface="Calibri"/>
                <a:cs typeface="Calibri"/>
              </a:rPr>
              <a:t>wersjonowaniem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binarnych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plików</a:t>
            </a:r>
          </a:p>
          <a:p>
            <a:r>
              <a:rPr lang="en-US">
                <a:ea typeface="Calibri"/>
                <a:cs typeface="Calibri"/>
              </a:rPr>
              <a:t> 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03AA9-87C0-BC71-0892-08CA22E25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0216C6-4324-4203-A1F7-3A1258FE3E8F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394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22.06.2026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Appium – testowanie aplikacji mobilnych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22.06.2026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Appium – testowanie aplikacji mobilnych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22.06.2026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Appium – testowanie aplikacji mobilnych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22.06.2026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Appium – testowanie aplikacji mobilnych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22.06.2026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Appium – testowanie aplikacji mobilnych</a:t>
            </a:r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22.06.2026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Appium – testowanie aplikacji mobilnych</a:t>
            </a: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22.06.2026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Appium – testowanie aplikacji mobilnych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22.06.2026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Appium – testowanie aplikacji mobilnych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22.06.2026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Appium – testowanie aplikacji mobilnych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22.06.2026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Appium – testowanie aplikacji mobilnych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22.06.2026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Appium – testowanie aplikacji mobilnych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22.06.2026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l-PL"/>
              <a:t>Appium – testowanie aplikacji mobilnych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F41E7-A561-753E-1257-F79EAD7C7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EFFEFD-41B2-2DB7-4A7A-A9A7B4D9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88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Instalacja</a:t>
            </a:r>
            <a:r>
              <a:rPr lang="en-US" dirty="0"/>
              <a:t> Playwright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1A779-BB93-B027-AACE-096E8C6AB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31974"/>
            <a:ext cx="5181600" cy="49449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 err="1">
                <a:solidFill>
                  <a:srgbClr val="8250DF"/>
                </a:solidFill>
                <a:highlight>
                  <a:srgbClr val="F6F8FA"/>
                </a:highlight>
                <a:latin typeface="Consolas"/>
              </a:rPr>
              <a:t>npm</a:t>
            </a:r>
            <a:r>
              <a:rPr lang="en-US" sz="2400" dirty="0">
                <a:solidFill>
                  <a:srgbClr val="2E2E2C"/>
                </a:solidFill>
                <a:highlight>
                  <a:srgbClr val="F6F8FA"/>
                </a:highlight>
                <a:latin typeface="Consolas"/>
              </a:rPr>
              <a:t> </a:t>
            </a:r>
            <a:r>
              <a:rPr lang="en-US" sz="2400" dirty="0" err="1">
                <a:solidFill>
                  <a:srgbClr val="2E2E2C"/>
                </a:solidFill>
                <a:highlight>
                  <a:srgbClr val="F6F8FA"/>
                </a:highlight>
                <a:latin typeface="Consolas"/>
              </a:rPr>
              <a:t>init</a:t>
            </a:r>
            <a:r>
              <a:rPr lang="en-US" sz="2400" dirty="0">
                <a:solidFill>
                  <a:srgbClr val="2E2E2C"/>
                </a:solidFill>
                <a:highlight>
                  <a:srgbClr val="F6F8FA"/>
                </a:highlight>
                <a:latin typeface="Consolas"/>
              </a:rPr>
              <a:t> </a:t>
            </a:r>
            <a:r>
              <a:rPr lang="en-US" sz="2400" dirty="0" err="1">
                <a:solidFill>
                  <a:srgbClr val="2E2E2C"/>
                </a:solidFill>
                <a:highlight>
                  <a:srgbClr val="F6F8FA"/>
                </a:highlight>
                <a:latin typeface="Consolas"/>
              </a:rPr>
              <a:t>playwright@latest</a:t>
            </a:r>
            <a:endParaRPr lang="en-US" sz="2400">
              <a:solidFill>
                <a:srgbClr val="36464E"/>
              </a:solidFill>
              <a:highlight>
                <a:srgbClr val="F5F5F5"/>
              </a:highlight>
              <a:latin typeface="Roboto Mono"/>
              <a:ea typeface="Roboto Mono"/>
            </a:endParaRPr>
          </a:p>
          <a:p>
            <a:endParaRPr lang="en-US" sz="2400" dirty="0">
              <a:solidFill>
                <a:srgbClr val="2E2E2C"/>
              </a:solidFill>
              <a:highlight>
                <a:srgbClr val="F6F8FA"/>
              </a:highlight>
              <a:latin typeface="Consolas"/>
              <a:ea typeface="Roboto Mono"/>
            </a:endParaRPr>
          </a:p>
          <a:p>
            <a:endParaRPr lang="en-US" sz="2400" dirty="0">
              <a:solidFill>
                <a:srgbClr val="2E2E2C"/>
              </a:solidFill>
              <a:highlight>
                <a:srgbClr val="F6F8FA"/>
              </a:highlight>
              <a:latin typeface="Consolas"/>
              <a:ea typeface="Roboto Mono"/>
            </a:endParaRPr>
          </a:p>
          <a:p>
            <a:r>
              <a:rPr lang="en-US" sz="2400" dirty="0" err="1">
                <a:solidFill>
                  <a:srgbClr val="2E2E2C"/>
                </a:solidFill>
                <a:highlight>
                  <a:srgbClr val="F6F8FA"/>
                </a:highlight>
                <a:latin typeface="Consolas"/>
                <a:ea typeface="Roboto Mono"/>
              </a:rPr>
              <a:t>Wybieramy</a:t>
            </a:r>
            <a:r>
              <a:rPr lang="en-US" sz="2400" dirty="0">
                <a:solidFill>
                  <a:srgbClr val="2E2E2C"/>
                </a:solidFill>
                <a:highlight>
                  <a:srgbClr val="F6F8FA"/>
                </a:highlight>
                <a:latin typeface="Consolas"/>
                <a:ea typeface="Roboto Mono"/>
              </a:rPr>
              <a:t> </a:t>
            </a:r>
            <a:r>
              <a:rPr lang="en-US" sz="2400" dirty="0" err="1">
                <a:solidFill>
                  <a:srgbClr val="2E2E2C"/>
                </a:solidFill>
                <a:highlight>
                  <a:srgbClr val="F6F8FA"/>
                </a:highlight>
                <a:latin typeface="Consolas"/>
                <a:ea typeface="Roboto Mono"/>
              </a:rPr>
              <a:t>następujące</a:t>
            </a:r>
            <a:r>
              <a:rPr lang="en-US" sz="2400" dirty="0">
                <a:solidFill>
                  <a:srgbClr val="2E2E2C"/>
                </a:solidFill>
                <a:highlight>
                  <a:srgbClr val="F6F8FA"/>
                </a:highlight>
                <a:latin typeface="Consolas"/>
                <a:ea typeface="Roboto Mono"/>
              </a:rPr>
              <a:t> </a:t>
            </a:r>
            <a:r>
              <a:rPr lang="en-US" sz="2400" dirty="0" err="1">
                <a:solidFill>
                  <a:srgbClr val="2E2E2C"/>
                </a:solidFill>
                <a:highlight>
                  <a:srgbClr val="F6F8FA"/>
                </a:highlight>
                <a:latin typeface="Consolas"/>
                <a:ea typeface="Roboto Mono"/>
              </a:rPr>
              <a:t>opcje</a:t>
            </a:r>
            <a:endParaRPr lang="en-US" sz="2400">
              <a:solidFill>
                <a:srgbClr val="2E2E2C"/>
              </a:solidFill>
              <a:highlight>
                <a:srgbClr val="F6F8FA"/>
              </a:highlight>
              <a:latin typeface="Consolas"/>
              <a:ea typeface="Roboto Mono"/>
            </a:endParaRPr>
          </a:p>
          <a:p>
            <a:pPr marL="0" indent="0">
              <a:buNone/>
            </a:pPr>
            <a:endParaRPr lang="en-US" sz="2400" dirty="0">
              <a:solidFill>
                <a:srgbClr val="2E2E2C"/>
              </a:solidFill>
              <a:highlight>
                <a:srgbClr val="F6F8FA"/>
              </a:highlight>
              <a:latin typeface="Consolas"/>
              <a:ea typeface="Roboto Mono"/>
            </a:endParaRPr>
          </a:p>
          <a:p>
            <a:r>
              <a:rPr lang="en-US" dirty="0" err="1">
                <a:latin typeface="Aptos"/>
                <a:ea typeface="Roboto Mono"/>
              </a:rPr>
              <a:t>Wtyczka</a:t>
            </a:r>
            <a:r>
              <a:rPr lang="en-US" dirty="0">
                <a:latin typeface="Aptos"/>
                <a:ea typeface="Roboto Mono"/>
              </a:rPr>
              <a:t> do </a:t>
            </a:r>
            <a:r>
              <a:rPr lang="en-US" dirty="0" err="1">
                <a:latin typeface="Aptos"/>
                <a:ea typeface="Roboto Mono"/>
              </a:rPr>
              <a:t>VS.Code</a:t>
            </a:r>
            <a:r>
              <a:rPr lang="en-US" dirty="0">
                <a:latin typeface="Aptos"/>
                <a:ea typeface="Roboto Mono"/>
              </a:rPr>
              <a:t> od MS</a:t>
            </a:r>
            <a:endParaRPr lang="en-US" dirty="0" err="1">
              <a:solidFill>
                <a:srgbClr val="000000"/>
              </a:solidFill>
              <a:latin typeface="Aptos"/>
              <a:ea typeface="Roboto Mono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Aptos"/>
              <a:ea typeface="Roboto Mono"/>
            </a:endParaRPr>
          </a:p>
          <a:p>
            <a:pPr marL="0" indent="0">
              <a:buNone/>
            </a:pPr>
            <a:br>
              <a:rPr lang="en-US" dirty="0">
                <a:solidFill>
                  <a:srgbClr val="000000"/>
                </a:solidFill>
                <a:latin typeface="Aptos"/>
                <a:ea typeface="Roboto Mono"/>
              </a:rPr>
            </a:br>
            <a:endParaRPr lang="en-US" sz="1200">
              <a:solidFill>
                <a:srgbClr val="36464E"/>
              </a:solidFill>
              <a:highlight>
                <a:srgbClr val="F5F5F5"/>
              </a:highlight>
              <a:latin typeface="Roboto Mono"/>
              <a:ea typeface="Roboto Mono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C59568-30CF-1FB7-45DE-6DAC49B0F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31974"/>
            <a:ext cx="5827264" cy="49449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Roboto Mono"/>
              </a:rPr>
              <a:t>Weryfikacja poprawności instalacji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2E2E2C"/>
                </a:solidFill>
                <a:highlight>
                  <a:srgbClr val="F6F8FA"/>
                </a:highlight>
                <a:latin typeface="Consolas"/>
                <a:ea typeface="Roboto Mono"/>
              </a:rPr>
              <a:t>npx</a:t>
            </a:r>
            <a:r>
              <a:rPr lang="en-US" sz="1800" dirty="0">
                <a:solidFill>
                  <a:srgbClr val="2E2E2C"/>
                </a:solidFill>
                <a:highlight>
                  <a:srgbClr val="F6F8FA"/>
                </a:highlight>
                <a:latin typeface="Consolas"/>
                <a:ea typeface="Roboto Mono"/>
              </a:rPr>
              <a:t> playwright </a:t>
            </a:r>
            <a:r>
              <a:rPr lang="en-US" sz="1800">
                <a:solidFill>
                  <a:srgbClr val="116329"/>
                </a:solidFill>
                <a:highlight>
                  <a:srgbClr val="F6F8FA"/>
                </a:highlight>
                <a:latin typeface="Consolas"/>
                <a:ea typeface="Roboto Mono"/>
              </a:rPr>
              <a:t>test       [</a:t>
            </a:r>
            <a:r>
              <a:rPr lang="en-US" sz="1800" dirty="0">
                <a:solidFill>
                  <a:srgbClr val="116329"/>
                </a:solidFill>
                <a:highlight>
                  <a:srgbClr val="F6F8FA"/>
                </a:highlight>
                <a:ea typeface="+mn-lt"/>
                <a:cs typeface="+mn-lt"/>
              </a:rPr>
              <a:t>--headed --</a:t>
            </a:r>
            <a:r>
              <a:rPr lang="en-US" sz="1800" dirty="0" err="1">
                <a:solidFill>
                  <a:srgbClr val="116329"/>
                </a:solidFill>
                <a:highlight>
                  <a:srgbClr val="F6F8FA"/>
                </a:highlight>
                <a:ea typeface="+mn-lt"/>
                <a:cs typeface="+mn-lt"/>
              </a:rPr>
              <a:t>ui</a:t>
            </a:r>
            <a:r>
              <a:rPr lang="en-US" sz="1800" dirty="0">
                <a:solidFill>
                  <a:srgbClr val="116329"/>
                </a:solidFill>
                <a:highlight>
                  <a:srgbClr val="F6F8FA"/>
                </a:highlight>
                <a:latin typeface="Consolas"/>
                <a:ea typeface="Roboto Mono"/>
              </a:rPr>
              <a:t>]</a:t>
            </a:r>
          </a:p>
          <a:p>
            <a:pPr>
              <a:buNone/>
            </a:pPr>
            <a:r>
              <a:rPr lang="en-US" sz="1800">
                <a:solidFill>
                  <a:srgbClr val="2E2E2C"/>
                </a:solidFill>
                <a:highlight>
                  <a:srgbClr val="F6F8FA"/>
                </a:highlight>
                <a:latin typeface="Consolas"/>
                <a:ea typeface="Roboto Mono"/>
              </a:rPr>
              <a:t>npx playwright show-report</a:t>
            </a:r>
            <a:endParaRPr lang="en-US"/>
          </a:p>
          <a:p>
            <a:pPr marL="0" indent="0">
              <a:buNone/>
            </a:pPr>
            <a:endParaRPr lang="en-US" sz="1800" dirty="0">
              <a:solidFill>
                <a:srgbClr val="116329"/>
              </a:solidFill>
              <a:highlight>
                <a:srgbClr val="F6F8FA"/>
              </a:highlight>
              <a:latin typeface="Consolas"/>
              <a:ea typeface="Roboto Mono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DEA5D93-BE65-80B5-A6CF-67990F043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Playwright– testowanie aplikacji webowych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3EFA0F-2273-C036-5353-BA4B855E6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619" y="1715845"/>
            <a:ext cx="4503435" cy="7971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38CA0E-E602-CDFD-1066-9AC5670C3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131" y="2983554"/>
            <a:ext cx="5192436" cy="450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D7DA47-2649-E4A8-9129-9D2CFEF531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491" y="3970290"/>
            <a:ext cx="41719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1021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Motyw pakietu Office</vt:lpstr>
      <vt:lpstr>Instalacja Playwright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323</cp:revision>
  <dcterms:created xsi:type="dcterms:W3CDTF">2026-04-28T19:29:49Z</dcterms:created>
  <dcterms:modified xsi:type="dcterms:W3CDTF">2026-06-22T21:55:03Z</dcterms:modified>
</cp:coreProperties>
</file>